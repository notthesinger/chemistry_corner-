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11/2/2018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11/2/2018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9B8F9-11E2-435D-88CC-2AED76463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598479"/>
            <a:ext cx="8825658" cy="2677648"/>
          </a:xfrm>
        </p:spPr>
        <p:txBody>
          <a:bodyPr/>
          <a:lstStyle/>
          <a:p>
            <a:pPr algn="ctr"/>
            <a:r>
              <a:rPr lang="en-US" dirty="0"/>
              <a:t>The Amazing World of Hoppers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E2789-C5FC-461C-9893-829319085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753798"/>
            <a:ext cx="8825658" cy="861420"/>
          </a:xfrm>
        </p:spPr>
        <p:txBody>
          <a:bodyPr/>
          <a:lstStyle/>
          <a:p>
            <a:pPr algn="ctr"/>
            <a:r>
              <a:rPr lang="en-US" dirty="0"/>
              <a:t>By </a:t>
            </a:r>
          </a:p>
          <a:p>
            <a:pPr algn="ctr"/>
            <a:r>
              <a:rPr lang="en-US" dirty="0"/>
              <a:t>James </a:t>
            </a:r>
            <a:r>
              <a:rPr lang="en-US" dirty="0" err="1"/>
              <a:t>taylor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3301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0B44E-F704-4774-BA10-32E0E708E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going 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28DF0-6DB2-4F03-AA93-FF161FD44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Base etchant is on the way – Thank Tian!</a:t>
            </a:r>
          </a:p>
          <a:p>
            <a:r>
              <a:rPr lang="en-US" sz="2400" dirty="0"/>
              <a:t>Trying to get access to an AFM, that won’t cost an arm and leg.</a:t>
            </a:r>
          </a:p>
          <a:p>
            <a:r>
              <a:rPr lang="en-US" sz="2400" dirty="0"/>
              <a:t>Trying to find a way to reduce static charge – Crazy idea: Ground the hopper.</a:t>
            </a:r>
          </a:p>
          <a:p>
            <a:r>
              <a:rPr lang="en-US" sz="2400" dirty="0"/>
              <a:t>Going to meet with Christine </a:t>
            </a:r>
            <a:r>
              <a:rPr lang="en-US" sz="2400" dirty="0" err="1"/>
              <a:t>Roeger</a:t>
            </a:r>
            <a:r>
              <a:rPr lang="en-US" sz="2400" dirty="0"/>
              <a:t> next Tuesday about getting a glass funnel made for us.  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2263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F589F-E340-42E4-9D13-4A010A576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Cool Thing I learned!</a:t>
            </a:r>
          </a:p>
        </p:txBody>
      </p:sp>
      <p:pic>
        <p:nvPicPr>
          <p:cNvPr id="1026" name="Picture 2" descr="Image result for funnel flow vs mass flow">
            <a:extLst>
              <a:ext uri="{FF2B5EF4-FFF2-40B4-BE49-F238E27FC236}">
                <a16:creationId xmlns:a16="http://schemas.microsoft.com/office/drawing/2014/main" id="{CED590F9-898B-4793-9A33-9ADBA5FEDE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594" y="2852882"/>
            <a:ext cx="4450130" cy="400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AFB284-8102-4883-9EC3-D936FF80513E}"/>
              </a:ext>
            </a:extLst>
          </p:cNvPr>
          <p:cNvSpPr txBox="1"/>
          <p:nvPr/>
        </p:nvSpPr>
        <p:spPr>
          <a:xfrm>
            <a:off x="1309906" y="2349386"/>
            <a:ext cx="9572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There are two types of flow patterns: mass flow and funnel 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A2BB1-0EB2-4B98-BDD1-5AAAE4C2DBB6}"/>
              </a:ext>
            </a:extLst>
          </p:cNvPr>
          <p:cNvSpPr txBox="1"/>
          <p:nvPr/>
        </p:nvSpPr>
        <p:spPr>
          <a:xfrm>
            <a:off x="472564" y="3347336"/>
            <a:ext cx="31031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/>
              <a:t>Mass flow </a:t>
            </a:r>
          </a:p>
          <a:p>
            <a:r>
              <a:rPr lang="en-US" sz="2000" dirty="0"/>
              <a:t>First in first out flow pattern. Movement everywhere including the walls.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EBAC0-8EE6-4570-B08C-3B0CD7CC0340}"/>
              </a:ext>
            </a:extLst>
          </p:cNvPr>
          <p:cNvSpPr txBox="1"/>
          <p:nvPr/>
        </p:nvSpPr>
        <p:spPr>
          <a:xfrm>
            <a:off x="8256896" y="3289110"/>
            <a:ext cx="34392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/>
              <a:t>Funnel flow </a:t>
            </a:r>
          </a:p>
          <a:p>
            <a:r>
              <a:rPr lang="en-US" sz="2000" dirty="0"/>
              <a:t>First in last out flow pattern. Stagnation on the sides due to material not moving along the walls. The material flows through a self made funnel (rat-hole). </a:t>
            </a:r>
          </a:p>
        </p:txBody>
      </p:sp>
    </p:spTree>
    <p:extLst>
      <p:ext uri="{BB962C8B-B14F-4D97-AF65-F5344CB8AC3E}">
        <p14:creationId xmlns:p14="http://schemas.microsoft.com/office/powerpoint/2010/main" val="26437336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40</TotalTime>
  <Words>138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Ion Boardroom</vt:lpstr>
      <vt:lpstr>The Amazing World of Hoppers</vt:lpstr>
      <vt:lpstr>What going on?</vt:lpstr>
      <vt:lpstr>Cool Thing I learned!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Amazing World of Hoppers</dc:title>
  <dc:creator>James Taylor</dc:creator>
  <cp:lastModifiedBy>James Taylor</cp:lastModifiedBy>
  <cp:revision>6</cp:revision>
  <dcterms:created xsi:type="dcterms:W3CDTF">2018-11-02T18:27:36Z</dcterms:created>
  <dcterms:modified xsi:type="dcterms:W3CDTF">2018-11-02T20:47:07Z</dcterms:modified>
</cp:coreProperties>
</file>